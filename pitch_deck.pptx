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438912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6400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9E0B"/>
                </a:solidFill>
              </a:rPr>
              <a:t>Driftlog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BEB"/>
                </a:solidFill>
              </a:rPr>
              <a:t>Catch AI agent prompt drift before it silently breaks your Arbitrum protocol.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7132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854A"/>
                </a:solidFill>
              </a:rPr>
              <a:t>Driftlog instruments AI agent deployments on Arbitrum by recording a cryptographic fingerprint of every agent invocation — prompt hash, model version, tool call schema, and output structure — as an EIP-712 typed envelope…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74920"/>
            <a:ext cx="25603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93207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0A05"/>
                </a:solidFill>
              </a:rPr>
              <a:t>AI Agents &amp; 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5074920"/>
            <a:ext cx="173736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5093207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0A05"/>
                </a:solidFill>
              </a:rPr>
              <a:t>Chain: ARBITRUM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5074920"/>
            <a:ext cx="14630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0932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0A05"/>
                </a:solidFill>
              </a:rPr>
              <a:t>Stage: Prototype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005840"/>
            <a:ext cx="2743200" cy="438912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600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BEB"/>
                </a:solidFill>
              </a:rPr>
              <a:t>AI model rollovers silently change agent behavior — breaking DeFi protocols without any on-chain trace.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Our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BEB"/>
                </a:solidFill>
              </a:rPr>
              <a:t>Cryptographic fingerprinting + behavioral diff gating before every agent deployment.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120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2854A"/>
                </a:solidFill>
              </a:rPr>
              <a:t>Built by Founded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BEB"/>
                </a:solidFill>
              </a:rPr>
              <a:t>The Silent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854A"/>
                </a:solidFill>
              </a:rPr>
              <a:t>Why prompt drift is a DeFi protocol killer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201168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🔄  Unannounced Model Rollovers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Upstream providers update models without notice — your agent logic changes silently overnight.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5577840" cy="201168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819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💸  Mispriced Liquidations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A risk agent trained on one snapshot may misprice collateral ratios after a model update, draining funds.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577840" cy="201168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🔍  Zero On-Chain Auditability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No existing tooling records which AI spec authorized a given transaction, making post-mortems impossible.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703320"/>
            <a:ext cx="5577840" cy="201168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703320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86791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🚫  No CI/CD Safety 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389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Agent pull requests ship without behavioral regression checks — drift is discovered only after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BEB"/>
                </a:solidFill>
              </a:rPr>
              <a:t>Driftlog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854A"/>
                </a:solidFill>
              </a:rPr>
              <a:t>Instrument, fingerprint, diff, gate — before anything hits mainnet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484632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BEB"/>
                </a:solidFill>
              </a:rPr>
              <a:t>Fingerprint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854A"/>
                </a:solidFill>
              </a:rPr>
              <a:t>EIP-712 typed envelope captures prompt hash, model version, tool call schema per invocation anchored in Arbitrum calldata.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651760" cy="484632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BEB"/>
                </a:solidFill>
              </a:rPr>
              <a:t>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7889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854A"/>
                </a:solidFill>
              </a:rPr>
              <a:t>ERC-7582 on-chain agent version registry. Any observer verifies which spec governed any transaction.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484632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BEB"/>
                </a:solidFill>
              </a:rPr>
              <a:t>Diff Runner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889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854A"/>
                </a:solidFill>
              </a:rPr>
              <a:t>Replay pinned historical inputs across old + new agent versions. Score semantic divergence automatically.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371600"/>
            <a:ext cx="2651760" cy="484632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371600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BEB"/>
                </a:solidFill>
              </a:rPr>
              <a:t>Gate &amp;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7889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854A"/>
                </a:solidFill>
              </a:rPr>
              <a:t>Block deployment if drift exceeds threshold. Notify via webhook or Telegram with structured JSON payloads.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BEB"/>
                </a:solidFill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854A"/>
                </a:solidFill>
              </a:rPr>
              <a:t>Everything you need to guard AI agent deployments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804672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Per-invocation EIP-712 fingerprinting of prompt hash, model version, and output schema anchored as Arbitrum calldata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59152"/>
            <a:ext cx="11247120" cy="804672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54864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Automated behavioral diff runner that replays pinned historical inputs across agent versions before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46704"/>
            <a:ext cx="11247120" cy="804672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46704"/>
            <a:ext cx="54864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564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5643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On-chain agent version registry (ERC-7582 compatible) so any observer can verify which spec governed a given transaction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34256"/>
            <a:ext cx="11247120" cy="804672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34256"/>
            <a:ext cx="54864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4398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4398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Configurable drift threshold alerts delivered via webhook or Telegram bot when semantic divergence exceeds tolerance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21808"/>
            <a:ext cx="11247120" cy="804672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21808"/>
            <a:ext cx="54864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3153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31536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Hardhat and Foundry plugins for CI/CD pipelines so drift checks run automatically on every agent pull 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BEB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854A"/>
                </a:solidFill>
              </a:rPr>
              <a:t>Purpose-built on Arbitrum's native primitives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132320" cy="512064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Core Technologies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Solidity 0.8.x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2057400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2057400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2148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Arbitrum Nitro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62072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62072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535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ArbSys precompile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2862072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2862072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29535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EIP-712 typed data signing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666744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666744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75818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ERC-7582 versioned metadata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666744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9080" y="3666744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33672" y="375818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Hardhat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471416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471416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5628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Foundry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4471416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9080" y="4471416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33672" y="45628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IPFS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276088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276088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36752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OpenAI model version pinning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5276088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69080" y="5276088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2" y="536752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Anthropic model version pinning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080760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6080760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6172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Node.js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80" y="6080760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69080" y="6080760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33672" y="6172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TypeScript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6885432"/>
            <a:ext cx="3017520" cy="566928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6885432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69768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BEB"/>
                </a:solidFill>
              </a:rPr>
              <a:t>Webhooks / Telegram Bot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1325880"/>
            <a:ext cx="3840480" cy="512064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Architecture Highlights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057400"/>
            <a:ext cx="3474720" cy="804672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79" y="2148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BEB"/>
                </a:solidFill>
              </a:rPr>
              <a:t>→  ArbSys precompile for gas-efficient calldata anchoring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3081528"/>
            <a:ext cx="3474720" cy="804672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79" y="31729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BEB"/>
                </a:solidFill>
              </a:rPr>
              <a:t>→  IPFS content-addressed prompt snapshot storage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105656"/>
            <a:ext cx="3474720" cy="804672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79" y="4197096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BEB"/>
                </a:solidFill>
              </a:rPr>
              <a:t>→  EIP-712 for portable typed-data verification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5129784"/>
            <a:ext cx="3474720" cy="804672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3879" y="522122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BEB"/>
                </a:solidFill>
              </a:rPr>
              <a:t>→  Plugin architecture fits existing DevOps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BEB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854A"/>
                </a:solidFill>
              </a:rPr>
              <a:t>From prototype to mainnet-hardened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657600" cy="521208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Q1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938528"/>
            <a:ext cx="16459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9568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0A05"/>
                </a:solidFill>
              </a:rP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317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BEB"/>
                </a:solidFill>
              </a:rPr>
              <a:t>Ship a working prototype that fingerprints agent invocations on Arbitrum and stores versioned metadata on-chain.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3375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Deliverables: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70332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EIP-712 fingerprinting module that hashes prompt, model version, and output schema and writes them as Arbitrum calldata annotations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57200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Solidity 0.8.x on-chain agent version registry contract deployed to Arbitrum Sepolia testnet with ERC-7582-compatible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440679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IPFS prompt snapshot storage integration with content-addressed retrieval by invocation 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657600" cy="521208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6576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Q2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2272" y="1938528"/>
            <a:ext cx="16459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19568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0A05"/>
                </a:solidFill>
              </a:rPr>
              <a:t>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3317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BEB"/>
                </a:solidFill>
              </a:rPr>
              <a:t>Deliver the automated behavioral diff runner and CI/CD plugin integrations for Hardhat and Foundry.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33375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Deliverables: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70332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Behavioral diff runner that replays pinned historical input sets against two agent versions and produces a scored semantic divergence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457200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Hardhat plugin (npm package) and Foundry plugin (forge script wrapper) that gate agent deployments on passing drift threshold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5440679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Configurable alert system delivering drift threshold breach notifications via webhook and Telegram bot with structured JSON payloads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325880"/>
            <a:ext cx="3657600" cy="521208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325880"/>
            <a:ext cx="365760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</a:rPr>
              <a:t>Q3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94192" y="1938528"/>
            <a:ext cx="16459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19568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0A05"/>
                </a:solidFill>
              </a:rPr>
              <a:t>UPCOMING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3317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BEB"/>
                </a:solidFill>
              </a:rPr>
              <a:t>Onboard three live Arbitrum DeFi protocols as design partners and harden the registry for mainnet use.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375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Deliverables: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70332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Mainnet deployment of the agent version registry with access-controlled write permissions and a public read interface for third-party verifiers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7200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Integration guides and reference implementations for liquidation-trigger and vault-rebalancing agent patterns used by design partner protocols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440679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854A"/>
                </a:solidFill>
              </a:rPr>
              <a:t>• Dashboard UI showing per-protocol agent version history, drift event log, and invocation fingerprint lookup by transaction hash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822960"/>
            <a:ext cx="8138160" cy="530352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822960"/>
            <a:ext cx="73152" cy="5303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822960"/>
            <a:ext cx="8138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05156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BEB"/>
                </a:solidFill>
              </a:rPr>
              <a:t>Don't Let a Model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8308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Break Your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2854A"/>
                </a:solidFill>
              </a:rPr>
              <a:t>Driftlog gives Arbitrum protocols a cryptographic audit trail and behavioral regression gate for every AI agent deployment. Ship AI-driven DeFi with confidence.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886200"/>
            <a:ext cx="22860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931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0A05"/>
                </a:solidFill>
              </a:rPr>
              <a:t>Request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3886200"/>
            <a:ext cx="2286000" cy="594360"/>
          </a:xfrm>
          <a:prstGeom prst="rect">
            <a:avLst/>
          </a:prstGeom>
          <a:solidFill>
            <a:srgbClr val="1A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3886200"/>
            <a:ext cx="2286000" cy="594360"/>
          </a:xfrm>
          <a:prstGeom prst="rect">
            <a:avLst/>
          </a:prstGeom>
          <a:solidFill>
            <a:srgbClr val="0C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886200"/>
            <a:ext cx="2286000" cy="59436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931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View on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3949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2854A"/>
                </a:solidFill>
              </a:rPr>
              <a:t>Built by Founded by AI  ·  ARBITRUM Native  · 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